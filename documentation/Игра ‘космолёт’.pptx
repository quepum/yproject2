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0" r:id="rId1"/>
  </p:sldMasterIdLst>
  <p:sldIdLst>
    <p:sldId id="256" r:id="rId2"/>
    <p:sldId id="257" r:id="rId3"/>
    <p:sldId id="262" r:id="rId4"/>
    <p:sldId id="258" r:id="rId5"/>
    <p:sldId id="261" r:id="rId6"/>
    <p:sldId id="259" r:id="rId7"/>
    <p:sldId id="263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AD71DCA0-7034-4468-971D-08761A13FCBD}" type="datetimeFigureOut">
              <a:rPr lang="ru-RU" smtClean="0"/>
              <a:t>14.02.2023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AB9E6995-C68A-4EB4-A5F5-E7E001A2EB43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Century Gothic" pitchFamily="34" charset="0"/>
              </a:rPr>
              <a:t>Выполнила Летягина Алина</a:t>
            </a:r>
            <a:endParaRPr lang="ru-RU" dirty="0">
              <a:latin typeface="Century Gothic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Century Gothic" pitchFamily="34" charset="0"/>
              </a:rPr>
              <a:t>The spaceship</a:t>
            </a:r>
            <a:endParaRPr lang="ru-RU" b="1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48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7624" y="1916832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latin typeface="Century Gothic" pitchFamily="34" charset="0"/>
              </a:rPr>
              <a:t>ЦЕЛЬ</a:t>
            </a:r>
            <a:endParaRPr lang="ru-RU" sz="3200" b="1" dirty="0">
              <a:latin typeface="Century Gothic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419872" y="2171037"/>
            <a:ext cx="1080120" cy="763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76056" y="1747554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entury Gothic" pitchFamily="34" charset="0"/>
              </a:rPr>
              <a:t>Создать  игру с использованием </a:t>
            </a:r>
            <a:endParaRPr lang="ru-RU" dirty="0" smtClean="0">
              <a:latin typeface="Century Gothic" pitchFamily="34" charset="0"/>
            </a:endParaRPr>
          </a:p>
          <a:p>
            <a:r>
              <a:rPr lang="ru-RU" dirty="0" smtClean="0">
                <a:latin typeface="Century Gothic" pitchFamily="34" charset="0"/>
              </a:rPr>
              <a:t>библиотеки </a:t>
            </a:r>
            <a:r>
              <a:rPr lang="en-US" dirty="0" smtClean="0">
                <a:latin typeface="Century Gothic" pitchFamily="34" charset="0"/>
              </a:rPr>
              <a:t>pygame.</a:t>
            </a:r>
            <a:r>
              <a:rPr lang="ru-RU" dirty="0">
                <a:latin typeface="Century Gothic" pitchFamily="34" charset="0"/>
              </a:rPr>
              <a:t>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592" y="4365104"/>
            <a:ext cx="18722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chemeClr val="accent1">
                    <a:lumMod val="50000"/>
                  </a:schemeClr>
                </a:solidFill>
                <a:latin typeface="Century Gothic" pitchFamily="34" charset="0"/>
              </a:rPr>
              <a:t>ЗАДАЧИ</a:t>
            </a:r>
          </a:p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419872" y="4581128"/>
            <a:ext cx="1080120" cy="763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076056" y="4057327"/>
            <a:ext cx="37444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>
                <a:latin typeface="Century Gothic" pitchFamily="34" charset="0"/>
              </a:rPr>
              <a:t>Продумать интерфейс </a:t>
            </a:r>
            <a:r>
              <a:rPr lang="ru-RU" dirty="0" smtClean="0">
                <a:latin typeface="Century Gothic" pitchFamily="34" charset="0"/>
              </a:rPr>
              <a:t>приложения</a:t>
            </a:r>
            <a:r>
              <a:rPr lang="en-US" dirty="0" smtClean="0">
                <a:latin typeface="Century Gothic" pitchFamily="34" charset="0"/>
              </a:rPr>
              <a:t>;</a:t>
            </a:r>
            <a:endParaRPr lang="ru-RU" dirty="0">
              <a:latin typeface="Century Gothic" pitchFamily="34" charset="0"/>
            </a:endParaRPr>
          </a:p>
          <a:p>
            <a:pPr lvl="0"/>
            <a:r>
              <a:rPr lang="ru-RU" dirty="0">
                <a:latin typeface="Century Gothic" pitchFamily="34" charset="0"/>
              </a:rPr>
              <a:t>Написать код </a:t>
            </a:r>
            <a:r>
              <a:rPr lang="ru-RU" dirty="0" smtClean="0">
                <a:latin typeface="Century Gothic" pitchFamily="34" charset="0"/>
              </a:rPr>
              <a:t>приложения</a:t>
            </a:r>
            <a:r>
              <a:rPr lang="en-US" dirty="0" smtClean="0">
                <a:latin typeface="Century Gothic" pitchFamily="34" charset="0"/>
              </a:rPr>
              <a:t>;</a:t>
            </a:r>
            <a:r>
              <a:rPr lang="ru-RU" dirty="0">
                <a:latin typeface="Century Gothic" pitchFamily="34" charset="0"/>
              </a:rPr>
              <a:t> </a:t>
            </a:r>
          </a:p>
          <a:p>
            <a:r>
              <a:rPr lang="ru-RU" dirty="0">
                <a:latin typeface="Century Gothic" pitchFamily="34" charset="0"/>
              </a:rPr>
              <a:t>Провести </a:t>
            </a:r>
            <a:r>
              <a:rPr lang="ru-RU" dirty="0" smtClean="0">
                <a:latin typeface="Century Gothic" pitchFamily="34" charset="0"/>
              </a:rPr>
              <a:t>альфа-тестирование</a:t>
            </a:r>
            <a:r>
              <a:rPr lang="en-US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916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03413"/>
            <a:ext cx="4038600" cy="4038600"/>
          </a:xfr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entury Gothic" pitchFamily="34" charset="0"/>
              </a:rPr>
              <a:t>Интерфейс приложения</a:t>
            </a:r>
            <a:endParaRPr lang="ru-RU" dirty="0">
              <a:latin typeface="Century Gothic" pitchFamily="34" charset="0"/>
            </a:endParaRPr>
          </a:p>
        </p:txBody>
      </p:sp>
      <p:pic>
        <p:nvPicPr>
          <p:cNvPr id="3" name="Объект 2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907444"/>
            <a:ext cx="4038600" cy="4030538"/>
          </a:xfrm>
        </p:spPr>
      </p:pic>
    </p:spTree>
    <p:extLst>
      <p:ext uri="{BB962C8B-B14F-4D97-AF65-F5344CB8AC3E}">
        <p14:creationId xmlns:p14="http://schemas.microsoft.com/office/powerpoint/2010/main" val="2589013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entury Gothic" pitchFamily="34" charset="0"/>
              </a:rPr>
              <a:t>Интерфейс приложения</a:t>
            </a:r>
            <a:endParaRPr lang="ru-RU" dirty="0">
              <a:latin typeface="Century Gothic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700808"/>
            <a:ext cx="4392488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579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 smtClean="0">
                <a:latin typeface="Century Gothic" pitchFamily="34" charset="0"/>
              </a:rPr>
              <a:t>составление файловой структуры </a:t>
            </a:r>
            <a:r>
              <a:rPr lang="ru-RU" dirty="0">
                <a:latin typeface="Century Gothic" pitchFamily="34" charset="0"/>
              </a:rPr>
              <a:t>проекта</a:t>
            </a:r>
          </a:p>
          <a:p>
            <a:pPr lvl="0"/>
            <a:r>
              <a:rPr lang="ru-RU" dirty="0" smtClean="0">
                <a:latin typeface="Century Gothic" pitchFamily="34" charset="0"/>
              </a:rPr>
              <a:t>создание изображений, </a:t>
            </a:r>
            <a:r>
              <a:rPr lang="ru-RU" dirty="0">
                <a:latin typeface="Century Gothic" pitchFamily="34" charset="0"/>
              </a:rPr>
              <a:t>которые будут отображаться на экране</a:t>
            </a:r>
          </a:p>
          <a:p>
            <a:pPr lvl="0"/>
            <a:r>
              <a:rPr lang="ru-RU" dirty="0" smtClean="0">
                <a:latin typeface="Century Gothic" pitchFamily="34" charset="0"/>
              </a:rPr>
              <a:t>создание класса </a:t>
            </a:r>
            <a:r>
              <a:rPr lang="ru-RU" dirty="0">
                <a:latin typeface="Century Gothic" pitchFamily="34" charset="0"/>
              </a:rPr>
              <a:t>игры, которые будут отвечать за интерфейс приложения и его логику</a:t>
            </a:r>
          </a:p>
          <a:p>
            <a:pPr lvl="0"/>
            <a:r>
              <a:rPr lang="ru-RU" dirty="0" smtClean="0">
                <a:latin typeface="Century Gothic" pitchFamily="34" charset="0"/>
              </a:rPr>
              <a:t>оформление </a:t>
            </a:r>
            <a:r>
              <a:rPr lang="ru-RU" dirty="0">
                <a:latin typeface="Century Gothic" pitchFamily="34" charset="0"/>
              </a:rPr>
              <a:t>презентацию </a:t>
            </a:r>
            <a:r>
              <a:rPr lang="ru-RU" dirty="0" smtClean="0">
                <a:latin typeface="Century Gothic" pitchFamily="34" charset="0"/>
              </a:rPr>
              <a:t>проекта</a:t>
            </a:r>
            <a:endParaRPr lang="ru-RU" dirty="0">
              <a:latin typeface="Century Gothic" pitchFamily="34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entury Gothic" pitchFamily="34" charset="0"/>
              </a:rPr>
              <a:t>Этапы разработки</a:t>
            </a:r>
            <a:endParaRPr lang="ru-RU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328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dirty="0">
                <a:latin typeface="Century Gothic" pitchFamily="34" charset="0"/>
              </a:rPr>
              <a:t>Это космическая инди-аркада, целью которой является набирание максимального кол-ва очков. Игрок оказывается в космосе и может управлять своим судном. В игре достаточное простое управление: корабль может двигаться вперед, назад, влево и вправо, а стреляет он только прямо. Очки можно заработать отстрелом </a:t>
            </a:r>
            <a:r>
              <a:rPr lang="ru-RU" dirty="0" smtClean="0">
                <a:latin typeface="Century Gothic" pitchFamily="34" charset="0"/>
              </a:rPr>
              <a:t>летающих </a:t>
            </a:r>
            <a:r>
              <a:rPr lang="ru-RU" dirty="0" smtClean="0">
                <a:latin typeface="Century Gothic" pitchFamily="34" charset="0"/>
              </a:rPr>
              <a:t>астероидов и тарелок. </a:t>
            </a:r>
            <a:r>
              <a:rPr lang="ru-RU" dirty="0">
                <a:latin typeface="Century Gothic" pitchFamily="34" charset="0"/>
              </a:rPr>
              <a:t>Чтобы игроку было сложнее уворачиваться от астероидов, они могут прилетать не только сверху или сбоку, но и снизу.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entury Gothic" pitchFamily="34" charset="0"/>
              </a:rPr>
              <a:t>Функционал программы</a:t>
            </a:r>
            <a:endParaRPr lang="ru-RU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861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4000" b="1" dirty="0" smtClean="0">
                <a:latin typeface="Century Gothic" pitchFamily="34" charset="0"/>
              </a:rPr>
              <a:t>Спасибо за внимание</a:t>
            </a:r>
            <a:endParaRPr lang="ru-RU" sz="4000" b="1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9105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Городская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Сетка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</Template>
  <TotalTime>62</TotalTime>
  <Words>136</Words>
  <Application>Microsoft Office PowerPoint</Application>
  <PresentationFormat>Экран (4:3)</PresentationFormat>
  <Paragraphs>19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Сетка</vt:lpstr>
      <vt:lpstr>The spaceship</vt:lpstr>
      <vt:lpstr>Презентация PowerPoint</vt:lpstr>
      <vt:lpstr>Интерфейс приложения</vt:lpstr>
      <vt:lpstr>Интерфейс приложения</vt:lpstr>
      <vt:lpstr>Этапы разработки</vt:lpstr>
      <vt:lpstr>Функционал программы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‘космолёт’</dc:title>
  <dc:creator>Алина</dc:creator>
  <cp:lastModifiedBy>Алина</cp:lastModifiedBy>
  <cp:revision>7</cp:revision>
  <dcterms:created xsi:type="dcterms:W3CDTF">2023-02-06T20:10:40Z</dcterms:created>
  <dcterms:modified xsi:type="dcterms:W3CDTF">2023-02-13T21:29:45Z</dcterms:modified>
</cp:coreProperties>
</file>